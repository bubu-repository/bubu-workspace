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Bebas Neue"/>
      <p:regular r:id="rId13"/>
    </p:embeddedFont>
    <p:embeddedFont>
      <p:font typeface="Poppins"/>
      <p:regular r:id="rId14"/>
      <p:bold r:id="rId15"/>
      <p:italic r:id="rId16"/>
      <p:boldItalic r:id="rId17"/>
    </p:embeddedFont>
    <p:embeddedFont>
      <p:font typeface="Comfortaa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5943600"/>
          </a:xfrm>
          <a:prstGeom prst="rect">
            <a:avLst/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3108960" cy="3108960"/>
          </a:xfrm>
          <a:prstGeom prst="oval">
            <a:avLst/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42655" y="640080"/>
            <a:ext cx="3108960" cy="3108960"/>
          </a:xfrm>
          <a:prstGeom prst="oval">
            <a:avLst/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pic>
        <p:nvPicPr>
          <p:cNvPr id="11" name="Image 0" descr="/sessions/dazzling-cool-clarke/kahf_build/bubu_assets/logo/bubu-wordmark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608" y="1234440"/>
            <a:ext cx="1554480" cy="777240"/>
          </a:xfrm>
          <a:prstGeom prst="rect">
            <a:avLst/>
          </a:prstGeom>
        </p:spPr>
      </p:pic>
      <p:pic>
        <p:nvPicPr>
          <p:cNvPr id="12" name="Image 1" descr="/sessions/dazzling-cool-clarke/kahf_build/bubu_assets/logo/bubu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468880"/>
            <a:ext cx="1002323" cy="1737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24028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WHERE GROOMING
</a:t>
            </a:r>
            <a:pPr algn="l" indent="0" marL="0">
              <a:lnSpc>
                <a:spcPct val="92000"/>
              </a:lnSpc>
              <a:buNone/>
            </a:pPr>
            <a:r>
              <a:rPr lang="en-US" sz="4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BECOMES IDENTITY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× TODAK @ KLFW 2026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150,000+ VISITORS · INVITATION-ONLY · PAVILION KL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KLFW IS ALREADY A BRAND LAUNCHPAD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130552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10225735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L'ORÉAL + PANASONIC BEAUTY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Official makeup, hair &amp; backstage grooming partners — they own every look that walks the runway.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70682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7068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3097530"/>
            <a:ext cx="10225735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MOCCONA × FUZA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coffee brand "presented" a designer’s runway show. The exact model for KAHF presents TODAK.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210812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108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4137660"/>
            <a:ext cx="10225735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PEUGEOT 2024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Peugeot 408 became the creative brief and its marketing lead judged. Brand as muse, not logo.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250942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25094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17320" y="5177790"/>
            <a:ext cx="10225735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OPEN WHITE SPACE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There is no official Men’s Grooming Partner yet. That slot is open — for KAHF to own outright.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× TODAK @ KLFW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VENUE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NATURAL</a:t>
            </a:r>
            <a:endParaRPr lang="en-US" sz="4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INTERSECTION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7288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Backstage grooming stations — where every runway look is finished.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VIP &amp; designer lounge — where media and decision-makers gather.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&amp; photo walls — where the night gets shared.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insight: men are already grooming here. KAHF simply owns the moment.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70168" y="2194560"/>
            <a:ext cx="5272888" cy="4023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" name="Text 5"/>
          <p:cNvSpPr/>
          <p:nvPr/>
        </p:nvSpPr>
        <p:spPr>
          <a:xfrm>
            <a:off x="6370168" y="2194560"/>
            <a:ext cx="5272888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KLFW VENUE MAP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× TODAK @ KLFW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SYNERGY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NOT A LOGO. A BELIEF MATCH.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18608" cy="41148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467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JUST A SPONSOR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678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Rented visibility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One-off exposure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Forgotten after the show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 stands beside the culture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18608" cy="4114800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9" name="Text 7"/>
          <p:cNvSpPr/>
          <p:nvPr/>
        </p:nvSpPr>
        <p:spPr>
          <a:xfrm>
            <a:off x="6644488" y="2377440"/>
            <a:ext cx="467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KAHF × TODAK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44488" y="3154680"/>
            <a:ext cx="4678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belief: confident, modern masculinity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audience: youth, esports &amp; fashion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shared premium stage at KLFW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TODAK enters as a PAID participant designer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× TODAK @ KLFW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ACTIVATION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KAHF GROOMING EXPERIENCE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10048" cy="15773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5410048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BACKSTAGE GROOMING BAR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616452"/>
            <a:ext cx="541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as the official finishing touch for every model.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33008" y="2011680"/>
            <a:ext cx="5410048" cy="15773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Text 7"/>
          <p:cNvSpPr/>
          <p:nvPr/>
        </p:nvSpPr>
        <p:spPr>
          <a:xfrm>
            <a:off x="6233008" y="2011680"/>
            <a:ext cx="5410048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× TODAK VIP LOUNGE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33008" y="3616452"/>
            <a:ext cx="541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Branded hospitality for media &amp; VIPs.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320540"/>
            <a:ext cx="5410048" cy="15773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20540"/>
            <a:ext cx="5410048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925312"/>
            <a:ext cx="541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BTS reels &amp; runway films produced by Kisah Visual.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3008" y="4320540"/>
            <a:ext cx="5410048" cy="15773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6233008" y="4320540"/>
            <a:ext cx="5410048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CO-BRANDED DROP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3008" y="5925312"/>
            <a:ext cx="541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limited KAHF × TODAK styling kit.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× TODAK @ KLFW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azzling-cool-clarke/kahf_build/bubu_assets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7593" y="-136794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INVESTMENT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350</a:t>
            </a:r>
            <a:pPr algn="l" indent="0" marL="0">
              <a:buNone/>
            </a:pPr>
            <a:r>
              <a:rPr lang="en-US" sz="9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</a:t>
            </a:r>
            <a:endParaRPr lang="en-US" sz="23000" dirty="0"/>
          </a:p>
        </p:txBody>
      </p:sp>
      <p:sp>
        <p:nvSpPr>
          <p:cNvPr id="6" name="Text 3"/>
          <p:cNvSpPr/>
          <p:nvPr/>
        </p:nvSpPr>
        <p:spPr>
          <a:xfrm>
            <a:off x="7498080" y="219456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IDR — ONE PREMIUM POSITION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98080" y="35661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Category-exclusive grooming partner: backstage ownership, VIP lounge, a full content package and TODAK association — delivered end-to-end by BUBU. It’s not about visibility. It’s about relevance.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× TODAK @ KLFW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Cultural Continuum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KAHF x TODAK @ KLFW — Sponsorship Pitch</dc:subject>
  <dc:creator>BUBU — Cultural Intelligence Agency</dc:creator>
  <cp:lastModifiedBy>BUBU — Cultural Intelligence Agency</cp:lastModifiedBy>
  <cp:revision>1</cp:revision>
  <dcterms:created xsi:type="dcterms:W3CDTF">2026-07-01T10:31:25Z</dcterms:created>
  <dcterms:modified xsi:type="dcterms:W3CDTF">2026-07-01T10:31:25Z</dcterms:modified>
</cp:coreProperties>
</file>