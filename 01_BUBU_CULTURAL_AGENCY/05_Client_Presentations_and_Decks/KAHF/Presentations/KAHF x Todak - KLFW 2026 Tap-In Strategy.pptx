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Bebas Neue"/>
      <p:regular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Comfortaa"/>
      <p:regular r:id="rId33"/>
      <p:bold r:id="rId3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094415" cy="5943600"/>
          </a:xfrm>
          <a:prstGeom prst="rect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3108960" cy="3108960"/>
          </a:xfrm>
          <a:prstGeom prst="oval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42655" y="640080"/>
            <a:ext cx="3108960" cy="3108960"/>
          </a:xfrm>
          <a:prstGeom prst="oval">
            <a:avLst/>
          </a:prstGeom>
          <a:ln w="9525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10" name="Shape 8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pic>
        <p:nvPicPr>
          <p:cNvPr id="11" name="Image 0" descr="/sessions/brave-funny-pascal/mnt/outputs/kahf_deck/assets2/logo/bubu-wordmark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1234440"/>
            <a:ext cx="1554480" cy="777240"/>
          </a:xfrm>
          <a:prstGeom prst="rect">
            <a:avLst/>
          </a:prstGeom>
        </p:spPr>
      </p:pic>
      <p:pic>
        <p:nvPicPr>
          <p:cNvPr id="12" name="Image 1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68880"/>
            <a:ext cx="1002323" cy="1737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24028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KAHF x TODAK
</a:t>
            </a:r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TAP-IN STRATEGY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KLFW 2026 Partnership Proposal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-1255542" y="200802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9144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11094415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FASHION IS HALF STYLING.
</a:t>
            </a:r>
            <a:pPr algn="l" indent="0" marL="0">
              <a:lnSpc>
                <a:spcPct val="95000"/>
              </a:lnSpc>
              <a:buNone/>
            </a:pPr>
            <a:r>
              <a:rPr lang="en-US" sz="6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GROOMING IS THE OTHER HALF.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case for KAHF x Todak at Kuala Lumpur Fashion Week 2026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WHAT'S INSIDE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KLFW, why now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41376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463040" y="345948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 Intelligence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Indonesia momentum, Malaysia white space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81584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463040" y="486156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Tap-In Concepts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Backstage, Lounge, Co-Branded Moment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70168" y="201168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284568" y="205740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 It Works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 by NYFW / PFW / Milan precedent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168" y="341376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284568" y="345948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Investment Tiers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 within the 350M IDR budget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70168" y="4815840"/>
            <a:ext cx="86868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284568" y="4861560"/>
            <a:ext cx="4358488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Timeline &amp; decision framework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8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77660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943025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TAP-IN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OPPORTUNITY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548640" y="4846320"/>
            <a:ext cx="776609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doesn't need to be a primary sponsor — Todak's runway moment is already built for us.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828800"/>
            <a:ext cx="4572000" cy="4572000"/>
          </a:xfrm>
          <a:prstGeom prst="oval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oval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KLFW 2026 AUDIENCE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EXACTLY KAHF'S CUSTOMER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393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11,000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attendees across 7 days at Suria KLCC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99178" y="2377440"/>
            <a:ext cx="3393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47</a:t>
            </a:r>
            <a:pPr algn="l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%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99178" y="38862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earn 8,700+ MYR/month — affluent M4–T2 bands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49717" y="2377440"/>
            <a:ext cx="33933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45</a:t>
            </a:r>
            <a:pPr algn="l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%</a:t>
            </a:r>
            <a:endParaRPr lang="en-US" sz="9200" dirty="0"/>
          </a:p>
        </p:txBody>
      </p:sp>
      <p:sp>
        <p:nvSpPr>
          <p:cNvPr id="12" name="Text 10"/>
          <p:cNvSpPr/>
          <p:nvPr/>
        </p:nvSpPr>
        <p:spPr>
          <a:xfrm>
            <a:off x="8249717" y="3886200"/>
            <a:ext cx="339333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male — double a typical beauty event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KLFW, WHY NOW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FIRST-MOVER IN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MEN'S SKINCARE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competing premium men’s skincare brand activates at KLFW today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Todak’s 350-seat runway + 24 models = a built-in, guaranteed audience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Halal certification resonates — 72% of Malaysia is Muslim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Wardah’s Malaysia playbook (halal + influencers + retail) is proven and repeatable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5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TODAK RUNWAY, KLFW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MOMENTUM ON BOTH SIDES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MARKET CASE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#1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Men's face care brand in Indonesia — 14.1% market share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233008" y="205740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228600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9.2%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Malaysia men's grooming CAGR — fastest-growing segment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427482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0342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 competitors in premium Indonesian men’s skincare, Malaysia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6233008" y="4274820"/>
            <a:ext cx="5410048" cy="19431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6553048" y="4503420"/>
            <a:ext cx="4769968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4.06M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USD earned media value generated by KLFW 2025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8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77660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CONCEPTS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943025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THREE WAYS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TO TAP IN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548640" y="4846320"/>
            <a:ext cx="776609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backstage prep to a signature co-branded moment — each validated by fashion week precedent.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4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SKINCARE FITS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THREE ACTIVATION ZONES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777240" cy="777240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417320" y="2852928"/>
            <a:ext cx="2859938" cy="0"/>
          </a:xfrm>
          <a:prstGeom prst="line">
            <a:avLst/>
          </a:prstGeom>
          <a:noFill/>
          <a:ln w="15875">
            <a:solidFill>
              <a:srgbClr val="CCCCCC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48640" y="3474720"/>
            <a:ext cx="345429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Pre-runway grooming prep for all 24 Todak models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68698" y="2468880"/>
            <a:ext cx="777240" cy="777240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6" name="Text 14"/>
          <p:cNvSpPr/>
          <p:nvPr/>
        </p:nvSpPr>
        <p:spPr>
          <a:xfrm>
            <a:off x="4368698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237378" y="2852928"/>
            <a:ext cx="2859938" cy="0"/>
          </a:xfrm>
          <a:prstGeom prst="line">
            <a:avLst/>
          </a:prstGeom>
          <a:noFill/>
          <a:ln w="15875">
            <a:solidFill>
              <a:srgbClr val="CCCC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368698" y="3474720"/>
            <a:ext cx="345429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Showspace Lounge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VIP grooming consultations during &amp; after the show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8757" y="2468880"/>
            <a:ext cx="777240" cy="777240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188757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88757" y="3474720"/>
            <a:ext cx="345429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Afterparty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Co-branded grooming moment + limited-edition gifting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TAP-IN #1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417320"/>
            <a:ext cx="5486400" cy="498348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417320"/>
            <a:ext cx="5486400" cy="4983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PREP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417320"/>
            <a:ext cx="5608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FACILITATION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2697480"/>
            <a:ext cx="5608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 PREP FOR THE RUNWAY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35040" y="3081528"/>
            <a:ext cx="560801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sponsors the grooming prep station backstage during Todak's Friday 4PM segment. All 24 models get a 5-minute KAHF touch-up — cleanser, moisturizer, SPF — before they walk.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4453128"/>
            <a:ext cx="18693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 (IDR)
</a:t>
            </a:r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35–50M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04378" y="4453128"/>
            <a:ext cx="18693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Models groomed
</a:t>
            </a:r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73717" y="4453128"/>
            <a:ext cx="18693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Risk
</a:t>
            </a:r>
            <a:pPr indent="0" marL="0">
              <a:buNone/>
            </a:pPr>
            <a:r>
              <a:rPr lang="en-US" sz="3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5413248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5705856"/>
            <a:ext cx="56080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Visible, unobtrusive backstage signage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Behind-the-scenes content for social</a:t>
            </a:r>
            <a:endParaRPr lang="en-US" sz="11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Guaranteed product visibility in runway photography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71055" y="0"/>
            <a:ext cx="5120640" cy="6858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" name="Text 1"/>
          <p:cNvSpPr/>
          <p:nvPr/>
        </p:nvSpPr>
        <p:spPr>
          <a:xfrm>
            <a:off x="7071055" y="0"/>
            <a:ext cx="51206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CULTURED GROOMING LOUNGE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6065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TAP-IN #2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60652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VIP GROOMING</a:t>
            </a:r>
            <a:endParaRPr lang="en-US" sz="48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LOUNGE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60652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“Cultured Grooming Lounge” in the Showspace, open 1–2 hours post-runway — consultations, a touch-up bar, and an Instagram-ready photo moment for Todak's 350 guests plus KLFW walk-by traffic.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20217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80–120M
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 (IDR)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570378" y="4114800"/>
            <a:ext cx="20217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200–400
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Guests flowed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92117" y="4114800"/>
            <a:ext cx="202173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20–50
</a:t>
            </a:r>
            <a:pPr indent="0" marL="0">
              <a:buNone/>
            </a:pPr>
            <a:r>
              <a:rPr lang="en-US" sz="11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Influencers seeded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TAP-IN #3 — PREMIUM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CO-BRANDED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"CULTURED GROOMING" MOMENT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Models transition through a live "KAHF Grooming Pod" at the afterparty — reappearing polished for the photo op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Limited-edition KAHF x Todak Cultured Grooming Kit (500 units) gifted to VIPs &amp; influencers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social takeover: #KAHFxTodakCultured seeded with 5–10 Malaysian influencers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Budget: 120–180M IDR — highest impact, medium-high risk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272888" cy="4023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GROOMING POD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CCCCCC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005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80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776609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PROOF IT WORKS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743200"/>
            <a:ext cx="9430253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VALIDATED BY</a:t>
            </a:r>
            <a:endParaRPr lang="en-US" sz="7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FASHION WEEK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548640" y="4846320"/>
            <a:ext cx="776609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tap-in concept mirrors a proven activation pattern from NYFW, PFW and Milan.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PRECEDENT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 THE DATA PROVES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305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10225735" cy="1249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works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K18 (NYFW 2026): 1.9M impressions. TRESemmé A-List Salon: $6.2M EMV, 140% month-over-month engagement surge.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51739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173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17320" y="3444240"/>
            <a:ext cx="10225735" cy="1249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Photo-first lounges go viral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Dior’s Millefiori Garden sold out and drove organic TikTok reach purely from being “designed for content.”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904232"/>
            <a:ext cx="585216" cy="585216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9042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4831080"/>
            <a:ext cx="10225735" cy="1249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Co-branded moments make news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Merit x Brandon Maxwell: 30,000 waitlist signups in 5 days, 30% higher conversion rate.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POSITIONING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NOT A SPONSOR.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LIFESTYLE PARTNER.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18608" cy="41148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467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STANDALONE SPONSORSHIP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678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Competes for booth space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Generic brand loudness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One-off logo placement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Forgotten after the show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18608" cy="4114800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9" name="Text 7"/>
          <p:cNvSpPr/>
          <p:nvPr/>
        </p:nvSpPr>
        <p:spPr>
          <a:xfrm>
            <a:off x="6644488" y="2377440"/>
            <a:ext cx="46785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KAHF TAP-IN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44488" y="3154680"/>
            <a:ext cx="4678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Embedded in Todak's actual runway moment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Grooming as proof, not promotion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generated at every touchpoint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Opens the door to Watsons / Guardian retail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AUGUST 7,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RUNWAY DAY, HOUR BY HOUR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11094415" cy="0"/>
          </a:xfrm>
          <a:prstGeom prst="line">
            <a:avLst/>
          </a:prstGeom>
          <a:noFill/>
          <a:ln w="19050">
            <a:solidFill>
              <a:srgbClr val="FF5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1434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277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 PM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682164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bar opens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45038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0" name="Text 8"/>
          <p:cNvSpPr/>
          <p:nvPr/>
        </p:nvSpPr>
        <p:spPr>
          <a:xfrm>
            <a:off x="3322244" y="3904488"/>
            <a:ext cx="277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 PM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67964" y="4453128"/>
            <a:ext cx="26821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Todak runway — KAHF-groomed models walk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18642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3" name="Text 11"/>
          <p:cNvSpPr/>
          <p:nvPr/>
        </p:nvSpPr>
        <p:spPr>
          <a:xfrm>
            <a:off x="6095848" y="2971800"/>
            <a:ext cx="277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5–7 PM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41568" y="2148840"/>
            <a:ext cx="2682164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VIP lounge open for engagement + sampling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92245" y="3639312"/>
            <a:ext cx="128016" cy="128016"/>
          </a:xfrm>
          <a:prstGeom prst="oval">
            <a:avLst/>
          </a:prstGeom>
          <a:solidFill>
            <a:srgbClr val="FF5E00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451" y="3904488"/>
            <a:ext cx="277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 PM+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915171" y="4453128"/>
            <a:ext cx="26821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Afterparty co-branded moment + kit gifting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WITHIN THE 350M IDR BUDGET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THREE INVESTMENT TIERS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15258" cy="41605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287517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40–50M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1 — Backstage only. Quick win, low risk.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338218" y="2057400"/>
            <a:ext cx="3515258" cy="41605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Text 6"/>
          <p:cNvSpPr/>
          <p:nvPr/>
        </p:nvSpPr>
        <p:spPr>
          <a:xfrm>
            <a:off x="4658258" y="2286000"/>
            <a:ext cx="287517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120–150M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2 — + VIP Lounge. Recommended baseline.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8127797" y="2057400"/>
            <a:ext cx="3515258" cy="41605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ext 8"/>
          <p:cNvSpPr/>
          <p:nvPr/>
        </p:nvSpPr>
        <p:spPr>
          <a:xfrm>
            <a:off x="8447837" y="2286000"/>
            <a:ext cx="2875178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200–250M
</a:t>
            </a:r>
            <a:pPr indent="0" marL="0">
              <a:buNone/>
            </a:pPr>
            <a:r>
              <a:rPr lang="en-US" sz="1200" dirty="0">
                <a:solidFill>
                  <a:srgbClr val="43434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Tier 3 — + Co-Branded Moment. Signature press moment.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731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RECOMMENDED PATH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150</a:t>
            </a:r>
            <a:pPr algn="l" indent="0" marL="0">
              <a:buNone/>
            </a:pPr>
            <a:r>
              <a:rPr lang="en-US" sz="96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 IDR</a:t>
            </a:r>
            <a:endParaRPr lang="en-US" sz="23000" dirty="0"/>
          </a:p>
        </p:txBody>
      </p:sp>
      <p:sp>
        <p:nvSpPr>
          <p:cNvPr id="6" name="Text 3"/>
          <p:cNvSpPr/>
          <p:nvPr/>
        </p:nvSpPr>
        <p:spPr>
          <a:xfrm>
            <a:off x="7498080" y="219456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TIER 2: STRATEGIC ENGAGEMENT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3566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Backstage grooming + VIP lounge + influencer seeding. 1,350+ direct attendee exposure, 15K–25K social impressions, USD 1–2M earned media value, 5–10 retailer conversations triggered.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FROM KLFW TO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dirty="0">
                <a:solidFill>
                  <a:srgbClr val="111111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MALAYSIA RETAIL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Weeks 1–2 post-event: influencer content + press amplification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Retail conversations: Watsons, Guardian, Boots Malaysia — leveraging KLFW credibility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 seeded influencers into ongoing Malaysia ambassadors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“Launched at KLFW” becomes the credibility marker for regional expansion (Bangkok, Vietnam, Singapore)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5"/>
          <p:cNvSpPr/>
          <p:nvPr/>
        </p:nvSpPr>
        <p:spPr>
          <a:xfrm>
            <a:off x="6370168" y="2194560"/>
            <a:ext cx="5272888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MALAYSIA RETAIL EXPANSION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50292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“</a:t>
            </a:r>
            <a:endParaRPr lang="en-US" sz="13000" dirty="0"/>
          </a:p>
        </p:txBody>
      </p:sp>
      <p:sp>
        <p:nvSpPr>
          <p:cNvPr id="5" name="Text 2"/>
          <p:cNvSpPr/>
          <p:nvPr/>
        </p:nvSpPr>
        <p:spPr>
          <a:xfrm>
            <a:off x="548640" y="2011680"/>
            <a:ext cx="11094415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becomes the grooming authority for the cultured modern male — not a cosmetics brand chasing shelf space.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Tap-In Strategy
</a:t>
            </a:r>
            <a:pPr indent="0" marL="0">
              <a:buNone/>
            </a:pPr>
            <a:r>
              <a:rPr lang="en-US" sz="11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Todak, KLFW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KAHF x Todak — KLFW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brave-funny-pascal/mnt/outputs/kahf_deck/assets2/logo/bubu-mark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7593" y="-1367942"/>
            <a:ext cx="3587262" cy="6217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05840" y="8229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4" name="Shape 1"/>
          <p:cNvSpPr/>
          <p:nvPr/>
        </p:nvSpPr>
        <p:spPr>
          <a:xfrm>
            <a:off x="11338560" y="1280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5852160"/>
            <a:ext cx="146304" cy="146304"/>
          </a:xfrm>
          <a:prstGeom prst="mathMultiply">
            <a:avLst/>
          </a:prstGeom>
          <a:solidFill>
            <a:srgbClr val="3A3A3A"/>
          </a:solidFill>
          <a:ln/>
        </p:spPr>
      </p:sp>
      <p:sp>
        <p:nvSpPr>
          <p:cNvPr id="6" name="Shape 3"/>
          <p:cNvSpPr/>
          <p:nvPr/>
        </p:nvSpPr>
        <p:spPr>
          <a:xfrm>
            <a:off x="10881360" y="603504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0" y="64008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8" name="Shape 5"/>
          <p:cNvSpPr/>
          <p:nvPr/>
        </p:nvSpPr>
        <p:spPr>
          <a:xfrm>
            <a:off x="11612880" y="3566160"/>
            <a:ext cx="146304" cy="146304"/>
          </a:xfrm>
          <a:prstGeom prst="mathPlus">
            <a:avLst/>
          </a:prstGeom>
          <a:solidFill>
            <a:srgbClr val="3A3A3A"/>
          </a:solidFill>
          <a:ln/>
        </p:spPr>
      </p:sp>
      <p:sp>
        <p:nvSpPr>
          <p:cNvPr id="9" name="Shape 6"/>
          <p:cNvSpPr/>
          <p:nvPr/>
        </p:nvSpPr>
        <p:spPr>
          <a:xfrm>
            <a:off x="11405311" y="512064"/>
            <a:ext cx="237744" cy="237744"/>
          </a:xfrm>
          <a:prstGeom prst="rect">
            <a:avLst/>
          </a:prstGeom>
          <a:solidFill>
            <a:srgbClr val="FF5E00"/>
          </a:solidFill>
          <a:ln/>
        </p:spPr>
      </p:sp>
      <p:pic>
        <p:nvPicPr>
          <p:cNvPr id="10" name="Image 1" descr="/sessions/brave-funny-pascal/mnt/outputs/kahf_deck/assets2/logo/bubu-word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1554480" cy="777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" y="210312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LET'S LOCK
</a:t>
            </a:r>
            <a:pPr indent="0" marL="0">
              <a:lnSpc>
                <a:spcPct val="92000"/>
              </a:lnSpc>
              <a:buNone/>
            </a:pPr>
            <a:r>
              <a:rPr lang="en-US" sz="6600" dirty="0">
                <a:solidFill>
                  <a:srgbClr val="FF5E00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TAP-IN.</a:t>
            </a:r>
            <a:endParaRPr lang="en-US" sz="6600" dirty="0"/>
          </a:p>
        </p:txBody>
      </p:sp>
      <p:sp>
        <p:nvSpPr>
          <p:cNvPr id="12" name="Text 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BUBU.COM   </a:t>
            </a:r>
            <a:pPr indent="0" marL="0">
              <a:buNone/>
            </a:pPr>
            <a:r>
              <a:rPr lang="en-US" sz="13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hello@bubu.com   ·   +6221 38808185   ·   Jakarta · Dubai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Continuum Co.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986406" y="6473952"/>
            <a:ext cx="665664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7B7B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Cultural Intelligence Agency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Cultural Continuum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KAHF x Todak — KLFW 2026 Tap-In Strategy</dc:subject>
  <dc:creator>BUBU — Cultural Intelligence Agency</dc:creator>
  <cp:lastModifiedBy>BUBU — Cultural Intelligence Agency</cp:lastModifiedBy>
  <cp:revision>1</cp:revision>
  <dcterms:created xsi:type="dcterms:W3CDTF">2026-07-01T10:31:21Z</dcterms:created>
  <dcterms:modified xsi:type="dcterms:W3CDTF">2026-07-01T10:31:21Z</dcterms:modified>
</cp:coreProperties>
</file>